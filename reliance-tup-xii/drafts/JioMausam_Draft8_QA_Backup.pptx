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d9c2c1f9-085b-7f3c-cd55-ea7c19bf8e4a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PROOF HIERARCHY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proven, what we checked, what isn’t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co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" cy="329184"/>
          </a:xfrm>
          <a:prstGeom prst="rect">
            <a:avLst/>
          </a:prstGeom>
        </p:spPr>
      </p:pic>
      <p:sp>
        <p:nvSpPr>
          <p:cNvPr id="8" name="colK0"/>
          <p:cNvSpPr txBox="1"/>
          <p:nvPr/>
        </p:nvSpPr>
        <p:spPr>
          <a:xfrm>
            <a:off x="1207008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100" dirty="0"/>
          </a:p>
        </p:txBody>
      </p:sp>
      <p:sp>
        <p:nvSpPr>
          <p:cNvPr id="9" name="colT0"/>
          <p:cNvSpPr txBox="1"/>
          <p:nvPr/>
        </p:nvSpPr>
        <p:spPr>
          <a:xfrm>
            <a:off x="777240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 (ITU-R P.838)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rain from a phone network (Science 2006)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country-wide rain maps (PNAS 2013)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exist (pycomlink, KIT Germany)</a:t>
            </a:r>
            <a:endParaRPr lang="en-US" sz="1350" dirty="0"/>
          </a:p>
        </p:txBody>
      </p:sp>
      <p:sp>
        <p:nvSpPr>
          <p:cNvPr id="10" name="col1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co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240280"/>
            <a:ext cx="329184" cy="329184"/>
          </a:xfrm>
          <a:prstGeom prst="rect">
            <a:avLst/>
          </a:prstGeom>
        </p:spPr>
      </p:pic>
      <p:sp>
        <p:nvSpPr>
          <p:cNvPr id="12" name="colK1"/>
          <p:cNvSpPr txBox="1"/>
          <p:nvPr/>
        </p:nvSpPr>
        <p:spPr>
          <a:xfrm>
            <a:off x="4981346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100" dirty="0"/>
          </a:p>
        </p:txBody>
      </p:sp>
      <p:sp>
        <p:nvSpPr>
          <p:cNvPr id="13" name="colT1"/>
          <p:cNvSpPr txBox="1"/>
          <p:nvPr/>
        </p:nvSpPr>
        <p:spPr>
          <a:xfrm>
            <a:off x="4551578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real links, Germany, 11 days, radar as reference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network-wide match; 0.88 typical link; 0.78 map level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no-rain days: 91% detected, 5% false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 failed all three accuracy gates: 68% of trigger events (≥80%), totals 18% low (±10%), 18% unconfirmed (&lt;15%)</a:t>
            </a:r>
            <a:endParaRPr lang="en-US" sz="1350" dirty="0"/>
          </a:p>
        </p:txBody>
      </p:sp>
      <p:sp>
        <p:nvSpPr>
          <p:cNvPr id="14" name="col2"/>
          <p:cNvSpPr/>
          <p:nvPr/>
        </p:nvSpPr>
        <p:spPr>
          <a:xfrm>
            <a:off x="8097317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co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17" y="2240280"/>
            <a:ext cx="329184" cy="329184"/>
          </a:xfrm>
          <a:prstGeom prst="rect">
            <a:avLst/>
          </a:prstGeom>
        </p:spPr>
      </p:pic>
      <p:sp>
        <p:nvSpPr>
          <p:cNvPr id="16" name="colK2"/>
          <p:cNvSpPr txBox="1"/>
          <p:nvPr/>
        </p:nvSpPr>
        <p:spPr>
          <a:xfrm>
            <a:off x="8755685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100" dirty="0"/>
          </a:p>
        </p:txBody>
      </p:sp>
      <p:sp>
        <p:nvSpPr>
          <p:cNvPr id="17" name="colT2"/>
          <p:cNvSpPr txBox="1"/>
          <p:nvPr/>
        </p:nvSpPr>
        <p:spPr>
          <a:xfrm>
            <a:off x="8325917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usable coverage → Gate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Indian monsoon → Gate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inside Reliance → Gate 3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→ payer test in the 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Insurance-grade triggers → accuracy + actuarial gates, shadow payouts</a:t>
            </a:r>
            <a:endParaRPr lang="en-US" sz="135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 is proven. We know what isn’t. The pilot is built around the unknowns.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our pipeline on the open pycomlink example dataset (KIT, BSD licence), German DWD radar as reference; tuned 10–12 May 2018, scored 13–20 May. Not Jio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DEFENCE WALL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limit we know of, and our answer</a:t>
            </a:r>
            <a:endParaRPr lang="en-US" sz="3200" dirty="0"/>
          </a:p>
        </p:txBody>
      </p:sp>
      <p:graphicFrame>
        <p:nvGraphicFramePr>
          <p:cNvPr id="3" name="w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385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may not have enough usable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audit is Gate 1; radar, gauges and satellite still work without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doesn’t sense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only use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measures path-averaged rain, not 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with radar and gauges turns it into grid estimates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alone failed all three accuracy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never use links alone; accuracy picks the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our triggers weren’t confirmed by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confirmation and local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can be confused with equipment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Network-health flags (faults, outages, maintenance) and cross-link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 India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Back-test Jio’s archived Mumbai monsoon data (Gate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 resolution isn’t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depends on link density and fusion; reported per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Platforms’ willingness to pay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value inside Reliance first (Gate 3, matched zones), then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basis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zones, multi-source trigger, review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payout is arbitrary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assumption; set by actuarial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on the 10 mm in 3 h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on 25 years of daily IMD risk; the pilot recalibrates the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Towers don’t sense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stations and satellite feed the same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may never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business stands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TOUGH QUESTIONS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we expect, and short answers</a:t>
            </a:r>
            <a:endParaRPr lang="en-US" sz="3200" dirty="0"/>
          </a:p>
        </p:txBody>
      </p:sp>
      <p:graphicFrame>
        <p:nvGraphicFramePr>
          <p:cNvPr id="4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66541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judge 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closely did links track radar?” / “Why only 68%?”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Network-wide hourly match 0.95; a typical single link 0.88; map level 0.78. The trigger test is harsher: a 9 mm estimate against an 11 mm event is a miss, and links read 18% low. So 68%.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“Mumbai already has hyperlocal weather.”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Exactly: BMC gauges and IMD radar are inputs we fuse, not rivals. The pilot’s “radar + gauges, no links” run measures what Jio’s links add.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“Jio already knows rain fade.”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may. Then Gate 1 confirms cheaply what weather information is available. If it doesn’t, the same telemetry is a new signal.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if it doesn’t rain in days 61–90?”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back-test replays archived monsoon events, including network-ops value. The full live test runs in Mumbai’s 2027 monsoon (months 4–12).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₹208 if the live trigger is 10 mm in 3 h?”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from that prototype trigger. It uses 25 years of daily IMD heavy-rain history, capped at five paid days. The pilot measures the 3-hour trigger’s real frequency and recalibrates before launch.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you build the model?”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didn’t invent the method; it’s published research. We implemented it with open-source tools, ran it ourselves on real link data, and measured where it fails.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“Germany isn’t India.”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Agreed. Gate 2 back-tests Jio’s archived Mumbai monsoon data against held-out IMD and BMC gauges. Nothing scales until it passes.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decides whether Jio’s own system pays?”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only supplies the trigger data. A licensed insurer owns the contract, the rules and the payout; the trigger is multi-source and auditable.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Q&amp;A backup</dc:title>
  <dc:subject>PptxGenJS Presentation</dc:subject>
  <dc:creator>JioMausam team</dc:creator>
  <cp:lastModifiedBy>JioMausam team</cp:lastModifiedBy>
  <cp:revision>1</cp:revision>
  <dcterms:created xsi:type="dcterms:W3CDTF">2026-10-04T11:36:32Z</dcterms:created>
  <dcterms:modified xsi:type="dcterms:W3CDTF">2026-10-04T11:36:32Z</dcterms:modified>
</cp:coreProperties>
</file>